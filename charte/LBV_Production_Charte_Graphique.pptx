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1430000" cy="6429375"/>
  <p:notesSz cx="6429375" cy="11430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
<Relationship Id="rId28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image" Target="../media/planche1.jpg"/>
<Relationship Id="rId2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image" Target="../media/planche2.jpg"/>
<Relationship Id="rId2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image" Target="../media/planche3.jpg"/>
<Relationship Id="rId2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image" Target="../media/planche4.jpg"/>
<Relationship Id="rId2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image" Target="../media/planche5.jpg"/>
<Relationship Id="rId2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image" Target="../media/planche6.jpg"/>
<Relationship Id="rId2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image" Target="../media/planche7.jpg"/>
<Relationship Id="rId2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image" Target="../media/planche8.jpg"/>
<Relationship Id="rId2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image" Target="../media/planche9.jpg"/>
<Relationship Id="rId2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image" Target="../media/planche10.jpg"/>
<Relationship Id="rId2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image" Target="../media/planche11.jpg"/>
<Relationship Id="rId2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image" Target="../media/planche12.jpg"/>
<Relationship Id="rId2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image" Target="../media/planche13.jpg"/>
<Relationship Id="rId2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image" Target="../media/planche14.jpg"/>
<Relationship Id="rId2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image" Target="../media/planche15.jpg"/>
<Relationship Id="rId2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image" Target="../media/planche16.jpg"/>
<Relationship Id="rId2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image" Target="../media/planche17.jpg"/>
<Relationship Id="rId2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image" Target="../media/planche18.jpg"/>
<Relationship Id="rId2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image" Target="../media/planche19.jpg"/>
<Relationship Id="rId2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<Relationship Id="rId1" Type="http://schemas.openxmlformats.org/officeDocument/2006/relationships/image" Target="../media/planche20.jpg"/>
<Relationship Id="rId2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<Relationship Id="rId1" Type="http://schemas.openxmlformats.org/officeDocument/2006/relationships/image" Target="../media/planche21.jpg"/>
<Relationship Id="rId2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<Relationship Id="rId1" Type="http://schemas.openxmlformats.org/officeDocument/2006/relationships/image" Target="../media/planche22.jpg"/>
<Relationship Id="rId2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<Relationship Id="rId1" Type="http://schemas.openxmlformats.org/officeDocument/2006/relationships/image" Target="../media/planche23.jpg"/>
<Relationship Id="rId2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<Relationship Id="rId1" Type="http://schemas.openxmlformats.org/officeDocument/2006/relationships/image" Target="../media/planche24.jpg"/>
<Relationship Id="rId2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<Relationship Id="rId1" Type="http://schemas.openxmlformats.org/officeDocument/2006/relationships/image" Target="../media/planche25.jpg"/>
<Relationship Id="rId2" Type="http://schemas.openxmlformats.org/officeDocument/2006/relationships/slideLayout" Target="../slideLayouts/slideLayout1.xml"/>
</Relationships>
</file>

<file path=ppt/slides/_rels/slide26.xml.rels><?xml version="1.0" encoding="UTF-8" standalone="yes"?>
<Relationships xmlns="http://schemas.openxmlformats.org/package/2006/relationships">
<Relationship Id="rId1" Type="http://schemas.openxmlformats.org/officeDocument/2006/relationships/image" Target="../media/planche26.jpg"/>
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ch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ch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ch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ch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ch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ch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ch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ch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ch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ch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ch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ch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ch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ch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ch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ch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che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che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ch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ch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che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ch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che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ch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che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ch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BV Production">
  <a:themeElements>
    <a:clrScheme name="LBV">
      <a:dk1>
        <a:srgbClr val="0A0A0A"/>
      </a:dk1>
      <a:lt1>
        <a:srgbClr val="E7E3DA"/>
      </a:lt1>
      <a:dk2>
        <a:srgbClr val="161616"/>
      </a:dk2>
      <a:lt2>
        <a:srgbClr val="CFCAC0"/>
      </a:lt2>
      <a:accent1>
        <a:srgbClr val="7A0A0A"/>
      </a:accent1>
      <a:accent2>
        <a:srgbClr val="D8261E"/>
      </a:accent2>
      <a:accent3>
        <a:srgbClr val="1C0505"/>
      </a:accent3>
      <a:accent4>
        <a:srgbClr val="8C8A85"/>
      </a:accent4>
      <a:accent5>
        <a:srgbClr val="1E1E1E"/>
      </a:accent5>
      <a:accent6>
        <a:srgbClr val="F2A03D"/>
      </a:accent6>
      <a:hlink>
        <a:srgbClr val="D8261E"/>
      </a:hlink>
      <a:folHlink>
        <a:srgbClr val="7A0A0A"/>
      </a:folHlink>
    </a:clrScheme>
    <a:fontScheme name="LBV">
      <a:majorFont>
        <a:latin typeface="Stack Sans Headline"/>
        <a:ea typeface=""/>
        <a:cs typeface=""/>
      </a:majorFont>
      <a:minorFont>
        <a:latin typeface="Stack Sans Headline"/>
        <a:ea typeface=""/>
        <a:cs typeface=""/>
      </a:minorFont>
    </a:fontScheme>
    <a:fmtScheme name="LBV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5875">
          <a:solidFill>
            <a:schemeClr val="phClr"/>
          </a:solidFill>
        </a:ln>
        <a:ln w="254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